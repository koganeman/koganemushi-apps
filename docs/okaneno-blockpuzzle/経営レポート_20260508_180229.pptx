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経営レポート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お金のブロックパズル + 貸借対照表ブロックパズル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対象期間: 2021/6/30 〜 2025/6/30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出力日: 2026/5/8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※ 本レポートは西順一郎先生のSTRAC図表をもとに和仁達也先生が改良した「お金のブロックパズル」と、貸借対照表（B/S）の図解で構成されています。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経営の概観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2356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356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売上高（最新期）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2356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70,756 千円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96996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6996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税引前当期利益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6996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254 千円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231636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1636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自己資本比率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1636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33EA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21.7%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066276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6276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増加キャッシュ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66276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3,220 千円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P/L: 5期分 / B/S: 5期分のデータを集計しています。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損益の流れ（P/L 5期分のブロックパズル）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375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6547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547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9719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719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2891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2891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6063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6063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財務体質（B/S 5期分のブロックパズル）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375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6547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547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9719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719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2891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2891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60636" y="1371600"/>
            <a:ext cx="2194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60636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（データなし）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AI 経営アドバイス（P/L）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※ AIアドバイスがまだ生成されていません。各タブで「AIアドバイス生成」を実行してください。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AI 財務体質アドバイス（B/S）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※ AIアドバイスがまだ生成されていません。各タブで「AIアドバイス生成」を実行してください。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改善アクション TOP3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, メイリオ, Meiryo, MS PGothic, sans-serif" pitchFamily="34" charset="0"/>
                <a:ea typeface="Yu Gothic, メイリオ, Meiryo, MS PGothic, sans-serif" pitchFamily="34" charset="-122"/>
                <a:cs typeface="Yu Gothic, メイリオ, Meiryo, MS PGothic, sans-serif" pitchFamily="34" charset="-120"/>
              </a:rPr>
              <a:t>※ AIアドバイスがまだ生成されていません。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経営レポート</dc:title>
  <dc:subject>PptxGenJS Presentation</dc:subject>
  <dc:creator>PptxGenJS</dc:creator>
  <cp:lastModifiedBy>PptxGenJS</cp:lastModifiedBy>
  <cp:revision>1</cp:revision>
  <dcterms:created xsi:type="dcterms:W3CDTF">2026-05-08T09:02:29Z</dcterms:created>
  <dcterms:modified xsi:type="dcterms:W3CDTF">2026-05-08T09:02:29Z</dcterms:modified>
</cp:coreProperties>
</file>